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6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College Placement Analysis Dashboard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— Power BI | CGC </a:t>
            </a:r>
            <a:r>
              <a:rPr lang="en-IN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Mohali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3931920"/>
            <a:ext cx="8887968" cy="120700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Himani Verma  |  2405039451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Ashima and Ms. Mandeep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05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July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0838F5-416C-741A-7A5E-B4AFDD40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Power BI Service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DD72AD-16B0-D036-2F37-64AB70B0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79"/>
            <a:ext cx="8088923" cy="1002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What problem does this dashboard solve?</a:t>
            </a:r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87DF-B91F-1FBD-43E8-C76D6CF6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00" dirty="0"/>
              <a:t>Placement data was difficult to </a:t>
            </a:r>
            <a:r>
              <a:rPr lang="en-IN" sz="1100" dirty="0" err="1"/>
              <a:t>analyze</a:t>
            </a:r>
            <a:r>
              <a:rPr lang="en-IN" sz="1100" dirty="0"/>
              <a:t> using traditional spreadsheets, making it challenging to identify trends and factors affecting student employability.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00" dirty="0"/>
              <a:t>Placement Officers and College Management who needed real-time insights into placement performance without manually </a:t>
            </a:r>
            <a:r>
              <a:rPr lang="en-IN" sz="1100" dirty="0" err="1"/>
              <a:t>analyzing</a:t>
            </a:r>
            <a:r>
              <a:rPr lang="en-IN" sz="1100" dirty="0"/>
              <a:t> spreadsheets.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clean the raw dataset using Power Query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star schema data model with correct relationships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 least 5 meaningful DAX measures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multi-page dashboard with 4+  visual types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final report to Power BI 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A3035C-FD3F-0215-6CC1-3A12524E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384FC-062D-4517-C763-32D1FCCD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52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070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11,997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1804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606715"/>
              </p:ext>
            </p:extLst>
          </p:nvPr>
        </p:nvGraphicFramePr>
        <p:xfrm>
          <a:off x="365760" y="2459736"/>
          <a:ext cx="4736591" cy="2651760"/>
        </p:xfrm>
        <a:graphic>
          <a:graphicData uri="http://schemas.openxmlformats.org/drawingml/2006/table">
            <a:tbl>
              <a:tblPr/>
              <a:tblGrid>
                <a:gridCol w="218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student_id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Unique identifier for each 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degree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Used to compare placement trends across degree programs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cgpa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Used to </a:t>
                      </a:r>
                      <a:r>
                        <a:rPr lang="en-IN" sz="1100" dirty="0" err="1"/>
                        <a:t>analyze</a:t>
                      </a:r>
                      <a:r>
                        <a:rPr lang="en-IN" sz="1100" dirty="0"/>
                        <a:t> the relationship between academics and placements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Used to calculate placement rate and placement status visuals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company_type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Used to </a:t>
                      </a:r>
                      <a:r>
                        <a:rPr lang="en-IN" sz="1100" dirty="0" err="1"/>
                        <a:t>analyze</a:t>
                      </a:r>
                      <a:r>
                        <a:rPr lang="en-IN" sz="1100" dirty="0"/>
                        <a:t> hiring trends across company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package_lpa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Used for package analysis and salary-related KPIs</a:t>
                      </a:r>
                      <a:endParaRPr lang="en-IN" sz="1100" dirty="0">
                        <a:latin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 (Power Query)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25312" y="2724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Verified that the dataset contained no duplicate records.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0" y="3090672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25312" y="30723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Confirmed that the dataset did not contain missing or null values in critical columns.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0" y="3438144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25312" y="34198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data types (</a:t>
            </a:r>
            <a:r>
              <a:rPr lang="en-IN" sz="1050" dirty="0" err="1"/>
              <a:t>package_lpa</a:t>
            </a:r>
            <a:r>
              <a:rPr lang="en-IN" sz="1050" dirty="0"/>
              <a:t>,</a:t>
            </a:r>
            <a:r>
              <a:rPr lang="en-IN" dirty="0"/>
              <a:t> </a:t>
            </a:r>
            <a:r>
              <a:rPr lang="en-IN" sz="1100" dirty="0" err="1"/>
              <a:t>cgpa</a:t>
            </a:r>
            <a:r>
              <a:rPr lang="en-IN" sz="1050" dirty="0"/>
              <a:t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3785616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887329" y="36941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Created a custom column: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26480" y="41285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Placement Status</a:t>
            </a:r>
          </a:p>
          <a:p>
            <a:r>
              <a:rPr lang="en-IN" sz="1100" dirty="0"/>
              <a:t>1 → Placed </a:t>
            </a:r>
          </a:p>
          <a:p>
            <a:r>
              <a:rPr lang="en-IN" sz="1100" dirty="0"/>
              <a:t>0 → Not Placed</a:t>
            </a:r>
          </a:p>
          <a:p>
            <a:endParaRPr lang="en-IN" sz="1050" dirty="0"/>
          </a:p>
        </p:txBody>
      </p:sp>
      <p:sp>
        <p:nvSpPr>
          <p:cNvPr id="30" name="Text 27"/>
          <p:cNvSpPr/>
          <p:nvPr/>
        </p:nvSpPr>
        <p:spPr>
          <a:xfrm>
            <a:off x="5925312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A0E154-453B-D476-1883-C4CB68FF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Data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&amp; relationships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7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5A36-9CF8-558A-2EA8-AF644088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4B3CD-17DD-176E-2F8A-1C4787C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1: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Overview Page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KPI Cards — Average Package, Average Placed CGPA, Total Students, Total Placed Students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Pie Chart — Placement Distribution (Placed vs Not Placed)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Stacked Bar Chart — Placement by Branch and Placement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Column Chart — Average Package by Company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Slicers — Branch, Degree, Gender, Placement Status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The dashboard highlights key placement metrics, branch-wise performance, and salary trends while enabling interactive analysis through filters and slicers.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5F51769-C02D-1B44-EE70-F6C2240C6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53035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overall placement rate was 30.43%, with approximately 3,652 students placed out of 12,000 students.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average salary package offered to placed students was 9.01 LPA, while the highest package reached 15 LPA.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Students with higher CGPA generally received better salary packages, indicating a positive relationship between academic performance and placement outcomes.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Students with internships and certifications demonstrated better placement outcomes compared to students without additional experience or credentials.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Product-based companies offered higher average salary packages compared to service-based companies and startups.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9F977E-F519-1A37-860E-773E9E24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Successfully developed an end-to-end Placement Analytics Dashboard using Power BI to transform raw placement data into actionable insights.</a:t>
            </a:r>
            <a:endParaRPr lang="en-US" sz="13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The dashboard revealed a placement rate of 30.43%, an average package of 9.01 LPA, and highlighted the impact of academic performance and skill development on placement outcomes.</a:t>
            </a:r>
            <a:endParaRPr lang="en-US" sz="13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Implemented custom DAX measures, KPI cards, slicers, and interactive visualizations to enable dynamic analysis of placement trends.</a:t>
            </a:r>
            <a:endParaRPr lang="en-US" sz="13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Future Scope: Incorporate predictive analytics and drill-through functionality for deeper student-level placement analysis.</a:t>
            </a:r>
            <a:endParaRPr lang="en-US" sz="13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14 / 14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0363D-7E8C-4EA8-83E8-389AEA3B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678</Words>
  <Application>Microsoft Office PowerPoint</Application>
  <PresentationFormat>On-screen Show (16:9)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Himani Verma</cp:lastModifiedBy>
  <cp:revision>5</cp:revision>
  <dcterms:created xsi:type="dcterms:W3CDTF">2026-06-29T04:56:05Z</dcterms:created>
  <dcterms:modified xsi:type="dcterms:W3CDTF">2026-07-01T09:16:23Z</dcterms:modified>
</cp:coreProperties>
</file>