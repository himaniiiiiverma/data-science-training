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  <p:sldId id="269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89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0069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498080" y="2286000"/>
            <a:ext cx="2286000" cy="2286000"/>
          </a:xfrm>
          <a:prstGeom prst="ellipse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College Placement Analysis Dashboard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2920" y="2560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Training — Power BI | CGC </a:t>
            </a:r>
            <a:r>
              <a:rPr lang="en-IN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Mohali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" y="3931920"/>
            <a:ext cx="8887968" cy="120700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4005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2793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Himani Verma  |  2405039451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06040" y="4005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06040" y="42793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0" y="4005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42793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Ashima and Ms. Mandeep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903720" y="4005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03720" y="42793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r>
              <a:rPr lang="en-US" sz="1050" b="1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July 2026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20838F5-416C-741A-7A5E-B4AFDD40F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124358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947672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1956816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9476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660904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2670048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66090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— Star Schema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374136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" y="338328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374136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— Cleaning Steps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4087368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11480" y="409651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408736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1234440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754880" y="124358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57800" y="12344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Walkthrough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947672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54880" y="1956816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57800" y="19476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Findings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2660904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754880" y="2670048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57800" y="266090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to Power BI Service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3374136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754880" y="338328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57800" y="3374136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Learnings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54880" y="4087368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54880" y="409651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57800" y="408736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Q&amp;A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 / 14</a:t>
            </a:r>
            <a:endParaRPr lang="en-US" sz="9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87DD72AD-16B0-D036-2F37-64AB70B09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64592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Problem Statement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97479"/>
            <a:ext cx="8088923" cy="10023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What problem does this dashboard solve?</a:t>
            </a:r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3 / 14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6587DF-B91F-1FBD-43E8-C76D6CF6E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31920" cy="54864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100" dirty="0"/>
              <a:t>Placement data was difficult to </a:t>
            </a:r>
            <a:r>
              <a:rPr lang="en-IN" sz="1100" dirty="0" err="1"/>
              <a:t>analyze</a:t>
            </a:r>
            <a:r>
              <a:rPr lang="en-IN" sz="1100" dirty="0"/>
              <a:t> using traditional spreadsheets, making it challenging to identify trends and factors affecting student employability.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1430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0" y="1143000"/>
            <a:ext cx="3931920" cy="54864"/>
          </a:xfrm>
          <a:prstGeom prst="roundRect">
            <a:avLst>
              <a:gd name="adj" fmla="val 133333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0916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155448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100" dirty="0"/>
              <a:t>Placement Officers and College Management who needed real-time insights into placement performance without manually </a:t>
            </a:r>
            <a:r>
              <a:rPr lang="en-IN" sz="1100" dirty="0" err="1"/>
              <a:t>analyzing</a:t>
            </a:r>
            <a:r>
              <a:rPr lang="en-IN" sz="1100" dirty="0"/>
              <a:t> spreadsheets.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310128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3246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&amp; clean the raw dataset using Power Query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35935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star schema data model with correct relationships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4005072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0080" y="394106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at least 5 meaningful DAX measures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937760" y="3310128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212080" y="3246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interactive multi-page dashboard with 5+ visual types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937760" y="365760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212080" y="35935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final report to Power BI Service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 / 14</a:t>
            </a:r>
            <a:endParaRPr lang="en-US" sz="9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4A3035C-FD3F-0215-6CC1-3A12524ED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64592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Dataset Overview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Source, structure, and key fields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5 / 14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6384FC-062D-4517-C763-32D1FCCDF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2527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Kaggle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109728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606040" y="120700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 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606040" y="17556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Type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54880" y="1234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11,997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54880" y="17556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12280" y="109728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903720" y="1234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903720" y="17556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21804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 Used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4606715"/>
              </p:ext>
            </p:extLst>
          </p:nvPr>
        </p:nvGraphicFramePr>
        <p:xfrm>
          <a:off x="365760" y="2459736"/>
          <a:ext cx="4736591" cy="2651760"/>
        </p:xfrm>
        <a:graphic>
          <a:graphicData uri="http://schemas.openxmlformats.org/drawingml/2006/table">
            <a:tbl>
              <a:tblPr/>
              <a:tblGrid>
                <a:gridCol w="218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4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5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 err="1"/>
                        <a:t>student_id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/>
                        <a:t>Unique identifier for each student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9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/>
                        <a:t>degree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/>
                        <a:t>Used to compare placement trends across degree programs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9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 err="1"/>
                        <a:t>cgpa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/>
                        <a:t>Used to </a:t>
                      </a:r>
                      <a:r>
                        <a:rPr lang="en-IN" sz="1100" dirty="0" err="1"/>
                        <a:t>analyze</a:t>
                      </a:r>
                      <a:r>
                        <a:rPr lang="en-IN" sz="1100" dirty="0"/>
                        <a:t> the relationship between academics and placements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9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/>
                        <a:t>placed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/>
                        <a:t>Used to calculate placement rate and placement status visuals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9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 err="1"/>
                        <a:t>company_type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/>
                        <a:t>Used to </a:t>
                      </a:r>
                      <a:r>
                        <a:rPr lang="en-IN" sz="1100" dirty="0" err="1"/>
                        <a:t>analyze</a:t>
                      </a:r>
                      <a:r>
                        <a:rPr lang="en-IN" sz="1100" dirty="0"/>
                        <a:t> hiring trends across company categories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9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 err="1"/>
                        <a:t>package_lpa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Used for package analysis and salary-related KPIs</a:t>
                      </a:r>
                      <a:endParaRPr lang="en-IN" sz="1100" dirty="0">
                        <a:latin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66928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Steps (Power Query)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669280" y="2743200"/>
            <a:ext cx="164592" cy="2011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925312" y="27249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50" dirty="0"/>
              <a:t>Verified that the dataset contained no duplicate records.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669280" y="3090672"/>
            <a:ext cx="164592" cy="2011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5925312" y="307238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50" dirty="0"/>
              <a:t>Confirmed that the dataset did not contain missing or null values in critical columns.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669280" y="3438144"/>
            <a:ext cx="164592" cy="2011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5925312" y="341985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data types (</a:t>
            </a:r>
            <a:r>
              <a:rPr lang="en-IN" sz="1050" dirty="0" err="1"/>
              <a:t>package_lpa</a:t>
            </a:r>
            <a:r>
              <a:rPr lang="en-IN" sz="1050" dirty="0"/>
              <a:t>,</a:t>
            </a:r>
            <a:r>
              <a:rPr lang="en-IN" dirty="0"/>
              <a:t> </a:t>
            </a:r>
            <a:r>
              <a:rPr lang="en-IN" sz="1100" dirty="0" err="1"/>
              <a:t>cgpa</a:t>
            </a:r>
            <a:r>
              <a:rPr lang="en-IN" sz="1050" dirty="0"/>
              <a:t>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669280" y="3785616"/>
            <a:ext cx="164592" cy="2011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5887329" y="369417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50" dirty="0"/>
              <a:t>Created a custom column: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126480" y="412851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Placement Status</a:t>
            </a:r>
          </a:p>
          <a:p>
            <a:r>
              <a:rPr lang="en-IN" sz="1100" dirty="0"/>
              <a:t>1 → Placed </a:t>
            </a:r>
          </a:p>
          <a:p>
            <a:r>
              <a:rPr lang="en-IN" sz="1100" dirty="0"/>
              <a:t>0 → Not Placed</a:t>
            </a:r>
          </a:p>
          <a:p>
            <a:endParaRPr lang="en-IN" sz="1050" dirty="0"/>
          </a:p>
        </p:txBody>
      </p:sp>
      <p:sp>
        <p:nvSpPr>
          <p:cNvPr id="29" name="Shape 26"/>
          <p:cNvSpPr/>
          <p:nvPr/>
        </p:nvSpPr>
        <p:spPr>
          <a:xfrm>
            <a:off x="5669280" y="4480560"/>
            <a:ext cx="164592" cy="2011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5925312" y="4480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50" dirty="0"/>
              <a:t>Generated package bins (</a:t>
            </a:r>
            <a:r>
              <a:rPr lang="en-IN" sz="1100" dirty="0" err="1"/>
              <a:t>package_lpa</a:t>
            </a:r>
            <a:r>
              <a:rPr lang="en-IN" sz="1100" dirty="0"/>
              <a:t> bins</a:t>
            </a:r>
            <a:r>
              <a:rPr lang="en-IN" sz="1050" dirty="0"/>
              <a:t>) for histogram visualization.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6 / 14</a:t>
            </a:r>
            <a:endParaRPr lang="en-US" sz="9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0A0E154-453B-D476-1883-C4CB68FF1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64592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Data Model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design &amp; relationships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7 / 14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3A5A36-9CF8-558A-2EA8-AF644088F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64592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Dashboard Walkthrough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Pages, visuals, and interactivity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11 / 14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24B3CD-17DD-176E-2F8A-1C4787CB9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" y="48627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Page 1: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EFF6FF"/>
          </a:solidFill>
          <a:ln w="19050">
            <a:solidFill>
              <a:srgbClr val="DBEAFE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2560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— Overview Page ]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852160" y="1097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 on this page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0" y="1508760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126480" y="14813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KPI Cards — Average Package, Average Placed CGPA, Total Students, Total Placed Students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0" y="1929384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126480" y="190195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Pie Chart — Placement Distribution (Placed vs Not Placed)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2350008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126480" y="232257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Stacked Bar Chart — Placement by Branch and Placement Status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0" y="2770632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126480" y="27432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Column Chart — Average Package by Company Type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52160" y="3191256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126480" y="316382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Slicers — Branch, Degree, Gender, Placement Status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52160" y="3657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0" y="39319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50" dirty="0"/>
              <a:t>The dashboard highlights key placement metrics, branch-wise performance, and salary trends while enabling interactive analysis through filters and slicers.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12 / 14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51A76D7-80BD-7F96-BF1D-7563D58AA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21E423F-8569-6C62-0562-7F1F982FB4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097280"/>
            <a:ext cx="5303520" cy="32918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Insights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35608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The overall placement rate was 30.43%, with approximately 3,652 students placed out of 12,000 students.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13432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26060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2615184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404872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The average salary package offered to placed students was 9.01 LPA, while the highest package reached 15 LPA.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483864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02920" y="3776472"/>
            <a:ext cx="411480" cy="41148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3785616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575304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Students with higher CGPA generally received better salary packages, indicating a positive relationship between academic performance and placement outcomes.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11430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074920" y="1435608"/>
            <a:ext cx="411480" cy="41148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74920" y="1444752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77840" y="123444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Students with internships and certifications demonstrated better placement outcomes compared to students without additional experience or credentials.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2313432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074920" y="260604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74920" y="2615184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2404872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Product-based companies offered higher average salary packages compared to service-based companies and startups.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13 / 14</a:t>
            </a:r>
            <a:endParaRPr lang="en-US" sz="9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79F977E-F519-1A37-860E-773E9E24D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315200" y="2926080"/>
            <a:ext cx="2286000" cy="2286000"/>
          </a:xfrm>
          <a:prstGeom prst="ellipse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Thank You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44752"/>
            <a:ext cx="146304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04672" y="1417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Successfully developed an end-to-end Placement Analytics Dashboard using Power BI to transform raw placement data into actionable insights.</a:t>
            </a:r>
            <a:endParaRPr lang="en-US" sz="13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039112"/>
            <a:ext cx="146304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04672" y="20116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The dashboard revealed a placement rate of 30.43%, an average package of 9.01 LPA, and highlighted the impact of academic performance and skill development on placement outcomes.</a:t>
            </a:r>
            <a:endParaRPr lang="en-US" sz="13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633472"/>
            <a:ext cx="146304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04672" y="260604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Implemented custom DAX measures, KPI cards, slicers, and interactive visualizations to enable dynamic analysis of placement trends.</a:t>
            </a:r>
            <a:endParaRPr lang="en-US" sz="13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227832"/>
            <a:ext cx="146304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04672" y="32004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Future Scope: Incorporate predictive analytics and drill-through functionality for deeper student-level placement analysis.</a:t>
            </a:r>
            <a:endParaRPr lang="en-US" sz="13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760720" y="39319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3C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Feedback Welcome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14 / 14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250363D-7E8C-4EA8-83E8-389AEA3B5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1245</TotalTime>
  <Words>691</Words>
  <Application>Microsoft Office PowerPoint</Application>
  <PresentationFormat>On-screen Show (16:9)</PresentationFormat>
  <Paragraphs>132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 Summer Training — Project Presentation</dc:title>
  <dc:subject>PptxGenJS Presentation</dc:subject>
  <dc:creator>PptxGenJS</dc:creator>
  <cp:lastModifiedBy>Himani Verma</cp:lastModifiedBy>
  <cp:revision>4</cp:revision>
  <dcterms:created xsi:type="dcterms:W3CDTF">2026-06-29T04:56:05Z</dcterms:created>
  <dcterms:modified xsi:type="dcterms:W3CDTF">2026-07-01T06:01:29Z</dcterms:modified>
</cp:coreProperties>
</file>